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5" r:id="rId9"/>
    <p:sldId id="266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9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6581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0DCC9-82A1-E005-3926-E22548576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5C78C0-550A-C9F5-B479-3CBB7D6F3C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ECE0ED-435E-7175-E1FF-305A7C625B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9863D-C928-530B-6211-2D996BD8A5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2013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70564" y="1746945"/>
            <a:ext cx="680277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2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of Digits Program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202632" y="2585145"/>
            <a:ext cx="473873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Problem: Working with Number Series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- Task 1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60"/>
            <a:ext cx="7620000" cy="2114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Print series of digits from 1 to 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number n from the user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Create a string by concatenating digits 1 to 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Display the complete digit sequence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If n=5, output is "12345"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- Task 2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61"/>
            <a:ext cx="7620000" cy="2114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Find digit at a specific position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Position (d) to search for a digit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Generate series, search for digit at position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Display the digit at given position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Series "12345", position 3 gives digit "3"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- Task 1: Print Series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61"/>
            <a:ext cx="7620000" cy="3382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n (the upper limit)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Initialize empty string seq = ""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from i = 1 to n (inclusive)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Concatenate str(i) to seq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d (digit position to print)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seq[:d] (series up to position d)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- Task 2: Find Digit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61"/>
            <a:ext cx="7620000" cy="3382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position value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Initialize empty string sequence = ""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from i = 1 to d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Concatenate str(i) to sequence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if len(sequence) ≥ position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yes, print digit at position, BREAK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97045" y="675928"/>
            <a:ext cx="1249680" cy="243859"/>
          </a:xfrm>
          <a:prstGeom prst="roundRect">
            <a:avLst>
              <a:gd name="adj" fmla="val 1005016"/>
            </a:avLst>
          </a:prstGeom>
          <a:solidFill>
            <a:srgbClr val="0284C7"/>
          </a:solidFill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3944110" y="1243700"/>
            <a:ext cx="952500" cy="358555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795518" y="1889334"/>
            <a:ext cx="1249681" cy="379174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txBody>
          <a:bodyPr wrap="square" lIns="76200" tIns="76200" rIns="76200" bIns="762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Initialize seq = ""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721032" y="2494820"/>
            <a:ext cx="1398651" cy="379174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Loop: i = 1 to 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2752" y="147561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Flowchart - Task 1 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364735" y="835997"/>
            <a:ext cx="20955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363211" y="1479890"/>
            <a:ext cx="68199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376164" y="2109014"/>
            <a:ext cx="585216" cy="379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0" name="Text 0"/>
          <p:cNvSpPr/>
          <p:nvPr/>
        </p:nvSpPr>
        <p:spPr>
          <a:xfrm>
            <a:off x="3944110" y="3121629"/>
            <a:ext cx="1033274" cy="379174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 += str(i)</a:t>
            </a:r>
            <a:endParaRPr lang="en-US" sz="120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EBD3A9BD-E26F-D6C1-812C-6E84BA07354B}"/>
              </a:ext>
            </a:extLst>
          </p:cNvPr>
          <p:cNvSpPr/>
          <p:nvPr/>
        </p:nvSpPr>
        <p:spPr>
          <a:xfrm>
            <a:off x="4411598" y="2731010"/>
            <a:ext cx="585216" cy="379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4" name="Text 1"/>
          <p:cNvSpPr/>
          <p:nvPr/>
        </p:nvSpPr>
        <p:spPr>
          <a:xfrm>
            <a:off x="3846575" y="3748438"/>
            <a:ext cx="1200150" cy="34117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txBody>
          <a:bodyPr wrap="square" lIns="76200" tIns="76200" rIns="76200" bIns="76200" rtlCol="0" anchor="ctr">
            <a:normAutofit fontScale="55000" lnSpcReduction="2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d (digit position)</a:t>
            </a:r>
            <a:endParaRPr lang="en-US" sz="1200" dirty="0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F595E603-8B10-64A0-976E-15906769F615}"/>
              </a:ext>
            </a:extLst>
          </p:cNvPr>
          <p:cNvSpPr/>
          <p:nvPr/>
        </p:nvSpPr>
        <p:spPr>
          <a:xfrm>
            <a:off x="4420357" y="3346374"/>
            <a:ext cx="20955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4263C42C-5429-FDA1-E3F0-84D2D5566181}"/>
              </a:ext>
            </a:extLst>
          </p:cNvPr>
          <p:cNvSpPr/>
          <p:nvPr/>
        </p:nvSpPr>
        <p:spPr>
          <a:xfrm>
            <a:off x="4411598" y="3913989"/>
            <a:ext cx="20955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8" name="Text 2"/>
          <p:cNvSpPr/>
          <p:nvPr/>
        </p:nvSpPr>
        <p:spPr>
          <a:xfrm>
            <a:off x="3846575" y="4301278"/>
            <a:ext cx="1184910" cy="31998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txBody>
          <a:bodyPr wrap="square" lIns="76200" tIns="76200" rIns="76200" bIns="762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seq[:d]</a:t>
            </a:r>
            <a:endParaRPr lang="en-US" sz="1200" dirty="0"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852EF599-3020-F563-1676-5ABF8D49E68A}"/>
              </a:ext>
            </a:extLst>
          </p:cNvPr>
          <p:cNvSpPr/>
          <p:nvPr/>
        </p:nvSpPr>
        <p:spPr>
          <a:xfrm>
            <a:off x="4078603" y="4798858"/>
            <a:ext cx="736093" cy="330387"/>
          </a:xfrm>
          <a:prstGeom prst="roundRect">
            <a:avLst>
              <a:gd name="adj" fmla="val 1005016"/>
            </a:avLst>
          </a:prstGeom>
          <a:solidFill>
            <a:srgbClr val="0284C7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</a:t>
            </a:r>
            <a:endParaRPr lang="en-US" sz="1350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4B082944-A378-AC23-73DE-0DA0429362F6}"/>
              </a:ext>
            </a:extLst>
          </p:cNvPr>
          <p:cNvSpPr/>
          <p:nvPr/>
        </p:nvSpPr>
        <p:spPr>
          <a:xfrm>
            <a:off x="4411597" y="4450688"/>
            <a:ext cx="209551" cy="665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F2A73A-CFD1-E813-6E41-878D129B9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E5CE053-92FF-6258-D598-5B14CF1805CE}"/>
              </a:ext>
            </a:extLst>
          </p:cNvPr>
          <p:cNvSpPr/>
          <p:nvPr/>
        </p:nvSpPr>
        <p:spPr>
          <a:xfrm>
            <a:off x="3797045" y="675928"/>
            <a:ext cx="1249680" cy="243859"/>
          </a:xfrm>
          <a:prstGeom prst="roundRect">
            <a:avLst>
              <a:gd name="adj" fmla="val 1005016"/>
            </a:avLst>
          </a:prstGeom>
          <a:solidFill>
            <a:srgbClr val="0284C7"/>
          </a:solidFill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13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A4B89E9-8CDF-CD28-4BEA-C8AFC6180EA9}"/>
              </a:ext>
            </a:extLst>
          </p:cNvPr>
          <p:cNvSpPr/>
          <p:nvPr/>
        </p:nvSpPr>
        <p:spPr>
          <a:xfrm>
            <a:off x="3944110" y="1243700"/>
            <a:ext cx="952500" cy="358555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txBody>
          <a:bodyPr wrap="square" lIns="76200" tIns="76200" rIns="76200" bIns="76200" rtlCol="0" anchor="ctr">
            <a:normAutofit fontScale="77500" lnSpcReduction="20000"/>
          </a:bodyPr>
          <a:lstStyle/>
          <a:p>
            <a:pPr algn="ctr"/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position</a:t>
            </a:r>
            <a:endParaRPr lang="en-US" sz="1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4A1C789-C21B-4764-E368-D80C75EEAFF9}"/>
              </a:ext>
            </a:extLst>
          </p:cNvPr>
          <p:cNvSpPr/>
          <p:nvPr/>
        </p:nvSpPr>
        <p:spPr>
          <a:xfrm>
            <a:off x="3795518" y="1889334"/>
            <a:ext cx="1530862" cy="379174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txBody>
          <a:bodyPr wrap="square" lIns="76200" tIns="76200" rIns="76200" bIns="76200" rtlCol="0" anchor="ctr">
            <a:normAutofit fontScale="77500" lnSpcReduction="20000"/>
          </a:bodyPr>
          <a:lstStyle/>
          <a:p>
            <a:pPr algn="ctr"/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Initialize sequence = ""</a:t>
            </a:r>
            <a:endParaRPr lang="en-US" sz="1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98CC228-4438-A804-55EC-99236996C2D0}"/>
              </a:ext>
            </a:extLst>
          </p:cNvPr>
          <p:cNvSpPr/>
          <p:nvPr/>
        </p:nvSpPr>
        <p:spPr>
          <a:xfrm>
            <a:off x="3721032" y="2494820"/>
            <a:ext cx="1398651" cy="379174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Loop: </a:t>
            </a:r>
            <a:r>
              <a:rPr lang="en-US" sz="1200" b="1" dirty="0" err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1 to d</a:t>
            </a:r>
            <a:endParaRPr lang="en-US" sz="1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1C1E677-CD59-0C09-3F59-A283CDDEA452}"/>
              </a:ext>
            </a:extLst>
          </p:cNvPr>
          <p:cNvSpPr/>
          <p:nvPr/>
        </p:nvSpPr>
        <p:spPr>
          <a:xfrm>
            <a:off x="405001" y="604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Flowchart - Task 2</a:t>
            </a:r>
          </a:p>
          <a:p>
            <a:pPr marL="0" indent="0" algn="ctr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7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E2E27B1-C569-A652-DAFB-5100798F060D}"/>
              </a:ext>
            </a:extLst>
          </p:cNvPr>
          <p:cNvSpPr/>
          <p:nvPr/>
        </p:nvSpPr>
        <p:spPr>
          <a:xfrm>
            <a:off x="4364735" y="835997"/>
            <a:ext cx="20955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0FD5A78-AAE7-53F1-BA18-AD95B97C73F5}"/>
              </a:ext>
            </a:extLst>
          </p:cNvPr>
          <p:cNvSpPr/>
          <p:nvPr/>
        </p:nvSpPr>
        <p:spPr>
          <a:xfrm>
            <a:off x="4363211" y="1479890"/>
            <a:ext cx="68199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5EA753E-6D95-9A49-AD12-B3D1C3BE44B3}"/>
              </a:ext>
            </a:extLst>
          </p:cNvPr>
          <p:cNvSpPr/>
          <p:nvPr/>
        </p:nvSpPr>
        <p:spPr>
          <a:xfrm>
            <a:off x="4376164" y="2109014"/>
            <a:ext cx="585216" cy="379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2EB24890-B348-C94D-3753-94C5FE8C1F7E}"/>
              </a:ext>
            </a:extLst>
          </p:cNvPr>
          <p:cNvSpPr/>
          <p:nvPr/>
        </p:nvSpPr>
        <p:spPr>
          <a:xfrm>
            <a:off x="3782185" y="3121629"/>
            <a:ext cx="1313690" cy="379174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txBody>
          <a:bodyPr wrap="square" lIns="76200" tIns="76200" rIns="76200" bIns="76200" rtlCol="0" anchor="ctr">
            <a:normAutofit fontScale="85000" lnSpcReduction="10000"/>
          </a:bodyPr>
          <a:lstStyle/>
          <a:p>
            <a:pPr algn="ctr"/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+= str(</a:t>
            </a:r>
            <a:r>
              <a:rPr lang="en-US" sz="1200" b="1" dirty="0" err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20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61EC2B89-4CBF-5FC8-82C6-06D793335D2F}"/>
              </a:ext>
            </a:extLst>
          </p:cNvPr>
          <p:cNvSpPr/>
          <p:nvPr/>
        </p:nvSpPr>
        <p:spPr>
          <a:xfrm>
            <a:off x="4411598" y="2731010"/>
            <a:ext cx="585216" cy="379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5BCB29F2-8103-1EA2-0318-0954AB23E9E8}"/>
              </a:ext>
            </a:extLst>
          </p:cNvPr>
          <p:cNvSpPr/>
          <p:nvPr/>
        </p:nvSpPr>
        <p:spPr>
          <a:xfrm>
            <a:off x="3846575" y="3682497"/>
            <a:ext cx="1260348" cy="379175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lnSpc>
                <a:spcPts val="1960"/>
              </a:lnSpc>
            </a:pPr>
            <a:r>
              <a:rPr lang="en-US" sz="1100" b="1" dirty="0" err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</a:t>
            </a: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(sequence) ≥ position ?</a:t>
            </a:r>
            <a:endParaRPr lang="en-US" sz="1100" dirty="0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2199B3ED-3E4D-DC80-73A4-20DD64AF2244}"/>
              </a:ext>
            </a:extLst>
          </p:cNvPr>
          <p:cNvSpPr/>
          <p:nvPr/>
        </p:nvSpPr>
        <p:spPr>
          <a:xfrm>
            <a:off x="4420357" y="3346374"/>
            <a:ext cx="20955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3761CE64-C0E5-7D52-A6DE-95BBDAFC1305}"/>
              </a:ext>
            </a:extLst>
          </p:cNvPr>
          <p:cNvSpPr/>
          <p:nvPr/>
        </p:nvSpPr>
        <p:spPr>
          <a:xfrm>
            <a:off x="4411598" y="3913989"/>
            <a:ext cx="20955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D0106C70-FA30-3F9C-7927-7EA2FC9A4A13}"/>
              </a:ext>
            </a:extLst>
          </p:cNvPr>
          <p:cNvSpPr/>
          <p:nvPr/>
        </p:nvSpPr>
        <p:spPr>
          <a:xfrm>
            <a:off x="3910965" y="4259450"/>
            <a:ext cx="1184910" cy="41146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digit at position, BREAK</a:t>
            </a:r>
            <a:endParaRPr lang="en-US" sz="1000" dirty="0"/>
          </a:p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F5D322CF-BD1E-71D5-9C32-26476F0207B7}"/>
              </a:ext>
            </a:extLst>
          </p:cNvPr>
          <p:cNvSpPr/>
          <p:nvPr/>
        </p:nvSpPr>
        <p:spPr>
          <a:xfrm>
            <a:off x="4078603" y="4798858"/>
            <a:ext cx="736093" cy="330387"/>
          </a:xfrm>
          <a:prstGeom prst="roundRect">
            <a:avLst>
              <a:gd name="adj" fmla="val 1005016"/>
            </a:avLst>
          </a:prstGeom>
          <a:solidFill>
            <a:srgbClr val="0284C7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</a:t>
            </a:r>
            <a:endParaRPr lang="en-US" sz="1350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7E29CD30-A3FF-0382-1D04-070676BE1705}"/>
              </a:ext>
            </a:extLst>
          </p:cNvPr>
          <p:cNvSpPr/>
          <p:nvPr/>
        </p:nvSpPr>
        <p:spPr>
          <a:xfrm>
            <a:off x="4411597" y="4450688"/>
            <a:ext cx="209551" cy="665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668880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Concepts Used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63"/>
            <a:ext cx="7620000" cy="2114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 Concatenation: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Building sequences with +=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loops to generate number sequences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 Slicing: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Using [:d] to extract portions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Logic: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If statements for decision making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Input/Output: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User interaction with input() and print()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3964" y="1804095"/>
            <a:ext cx="2495973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76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379</Words>
  <Application>Microsoft Office PowerPoint</Application>
  <PresentationFormat>On-screen Show (16:9)</PresentationFormat>
  <Paragraphs>81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ATHARVA SINGH</cp:lastModifiedBy>
  <cp:revision>3</cp:revision>
  <dcterms:created xsi:type="dcterms:W3CDTF">2025-11-23T10:07:30Z</dcterms:created>
  <dcterms:modified xsi:type="dcterms:W3CDTF">2025-11-23T10:28:59Z</dcterms:modified>
</cp:coreProperties>
</file>